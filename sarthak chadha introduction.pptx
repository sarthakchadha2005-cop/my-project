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B114B-8FD0-0EDE-1B9E-AE339E231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3D60CB-CB06-AE01-CD71-A732D1766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B831-C55E-FA63-0DB6-D262B458B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8A9E4-8065-20BB-19E8-931BEB5FA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BA916D-51B8-8217-8989-3C0633B9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11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1AE0-7BF7-551A-3218-E75619B7B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B6F4A-B399-BD27-EEAC-69F39D4CF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FF202-BD64-43A4-9757-43641BCC8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DF387-F309-F327-2D10-2357D9DB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8AD45-97D9-EC4D-8F2E-8992143E3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764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1EF7-D860-DB05-4F7D-75F3F7354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95B0A-7242-333B-C960-759F95D96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93A2E-9F87-F5D2-23A6-07D8E1005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EE3EA-EF40-C10D-9BC6-870A6639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2CE46-B446-C11E-08F2-95EE2D38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340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7F5E-EAA1-B0E0-CA70-653224B29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6EF6E-BA4E-CA8C-C17E-21AB6DC8D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5297F-B047-A86E-770B-BA7FB38FF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97795F-A989-1F25-1A05-D08EDC106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DE5CF1-777C-4054-6CDC-A19EBFCD2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0891D5-153A-8770-9B8E-523501048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570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D6E12-7AAC-DB86-ACEE-4898B517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4036C-7FEE-D1FD-602C-B8B1BC2D6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32F330-FD57-FE95-DCEB-1ADE5A2D3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EA95B9-344F-16DC-485A-530CED933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2A7F3-1359-FC74-745D-855375EA4E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933611-3965-3701-0DF4-69CD90284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C81A8-C9C7-5B4C-BA4F-560DA1C5C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7268E9-9B18-8242-A3C5-46329472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923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5EB7-7FA5-9AD0-25D5-F46E98D1F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85C128-244A-A887-FA57-FE3C77D4B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61A55-91C4-5DC5-4F0F-93774009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D8E525-6B73-E83B-2462-D0695179A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342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847D8B-1E49-C0F0-D738-0D175B7AC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B6734D-B5A0-C212-8E58-3A2C31ABD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78359-2639-54D1-36AC-90A8B756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21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B424A-C4A4-6C5D-A896-DC0C42991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6E263-B7BA-C7C9-915C-3D183EDE35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98DDF-2D09-1BA3-5F1A-2D44A0E2B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8CBCA-A418-06D8-85A4-2B63E4C0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CA7E7-F5F0-A8EC-83FA-0ED3CFF0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A1669-4E3D-540F-408E-BB448C623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715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A9D3D-37F5-F31D-7097-59DEFC287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553FAC-2404-DBF5-96C4-6AABB672E4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71E56-03D1-E8FF-7838-50A9E772C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1C1A0-4A5A-29E5-27A5-A0789A8E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85143-7699-E67A-6D9D-97FEBA0D9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0CB43-6AE3-C618-BC4F-1615CB6BB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76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0EFE-F8FD-A11F-6343-225366A2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CC1A-57EA-5675-5EAF-878727CEB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640BD-7230-9B87-62A8-AF2A6B74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8F3D5-C504-6864-2502-A5D4656A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7199B-E9A1-6197-E435-5429B3BD8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12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0E057-CE8B-98D7-1B4A-4653649A7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71058F-2481-31DE-13D3-7274C93F1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1024D-633E-9149-97B3-526E40AB7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09D6E-7CDD-32AA-C007-E95C4956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2FC00-5371-9748-54AE-E33225A9B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1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B565DF-E8FD-CB10-26FD-9663893E9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F9C141-1A78-E674-3A78-FBFDF281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8C230-246D-F02B-B041-35CA2A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FC316-4EDA-4073-B249-C9904D8994CF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A76F9-6116-E636-B612-18CAB081B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B0855-EB84-4538-D709-B6C424B8DD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E527A5-167A-4014-A47D-664E307421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569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5AA331-2533-AE1E-0B36-514E07FE8D2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5431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90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55844C1-B47A-DAB2-EDB1-D4CB1E48367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273" y="0"/>
            <a:ext cx="12664273" cy="696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09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7FFF7D-4871-8C4C-2410-759C6F1C58E8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2176" y="-258418"/>
            <a:ext cx="13144446" cy="758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48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2A2AC2D-2850-D6F7-43BA-EE00B8C2845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8478" y="0"/>
            <a:ext cx="12818966" cy="720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701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A9A72C-2FD3-0AF5-4A96-3B079BF6312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65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BDB432-1E96-7E76-62FC-3599AE04DFE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33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C079F9-BE53-417C-5E01-544426FE00A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5982" y="0"/>
            <a:ext cx="1284798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29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8660C4-AE7D-892A-C7CE-1624A13666FE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489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sarthakchadha2005@gmail.com</dc:creator>
  <cp:lastModifiedBy>sarthakchadha2005@gmail.com</cp:lastModifiedBy>
  <cp:revision>1</cp:revision>
  <dcterms:created xsi:type="dcterms:W3CDTF">2026-02-11T06:22:45Z</dcterms:created>
  <dcterms:modified xsi:type="dcterms:W3CDTF">2026-02-11T06:33:45Z</dcterms:modified>
</cp:coreProperties>
</file>